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2.png"/><Relationship Id="rId5" Type="http://schemas.openxmlformats.org/officeDocument/2006/relationships/image" Target="../media/image-11-5.png"/><Relationship Id="rId6" Type="http://schemas.openxmlformats.org/officeDocument/2006/relationships/image" Target="../media/image-1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943600" cy="5943600"/>
          </a:xfrm>
          <a:prstGeom prst="ellipse">
            <a:avLst/>
          </a:prstGeom>
          <a:solidFill>
            <a:srgbClr val="5B3FF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657600" cy="3657600"/>
          </a:xfrm>
          <a:prstGeom prst="ellipse">
            <a:avLst/>
          </a:prstGeom>
          <a:solidFill>
            <a:srgbClr val="00E5C7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5B3FF0"/>
          </a:solidFill>
          <a:ln/>
        </p:spPr>
      </p:sp>
      <p:pic>
        <p:nvPicPr>
          <p:cNvPr id="5" name="Image 0" descr="/home/claude/ppt/icons/graduation-cap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" y="452628"/>
            <a:ext cx="374904" cy="3749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PRESENTATION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CodSoft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2004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BC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 Virtual Internship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794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internship in rule-based systems, game-playing agents, and recommendation engines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4617720"/>
            <a:ext cx="1280160" cy="0"/>
          </a:xfrm>
          <a:prstGeom prst="line">
            <a:avLst/>
          </a:prstGeom>
          <a:noFill/>
          <a:ln w="31750">
            <a:solidFill>
              <a:srgbClr val="00E5C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4800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Akshat Shivhare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19379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7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2410030905  |  B.Tech CSE, 3rd Year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7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–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1035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4206240" cy="4206240"/>
          </a:xfrm>
          <a:prstGeom prst="ellipse">
            <a:avLst/>
          </a:prstGeom>
          <a:solidFill>
            <a:srgbClr val="5B3FF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600200" y="1188720"/>
            <a:ext cx="1005840" cy="1005840"/>
          </a:xfrm>
          <a:prstGeom prst="ellipse">
            <a:avLst/>
          </a:prstGeom>
          <a:solidFill>
            <a:srgbClr val="5B3FF0"/>
          </a:solidFill>
          <a:ln/>
        </p:spPr>
      </p:sp>
      <p:pic>
        <p:nvPicPr>
          <p:cNvPr id="5" name="Image 0" descr="/home/claude/ppt/icons/user-gra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076" y="1339596"/>
            <a:ext cx="704088" cy="7040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24688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Akshat</a:t>
            </a:r>
            <a:endParaRPr lang="en-US" sz="3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Shivhare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Computer Science &amp; Engineering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STUDENT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89611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Profile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4663440" y="1783080"/>
            <a:ext cx="512064" cy="512064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11" name="Image 1" descr="/home/claude/ppt/icons/id-card-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008" y="1849648"/>
            <a:ext cx="378927" cy="37892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7647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394960" y="200253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2410030905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663440" y="2651760"/>
            <a:ext cx="512064" cy="512064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15" name="Image 2" descr="/home/claude/ppt/icons/university-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008" y="2718328"/>
            <a:ext cx="378927" cy="37892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94960" y="26334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5394960" y="287121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663440" y="3520440"/>
            <a:ext cx="512064" cy="512064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19" name="Image 3" descr="/home/claude/ppt/icons/graduation-cap-vio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008" y="3587008"/>
            <a:ext cx="378927" cy="37892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394960" y="35021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394960" y="373989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Batch 2024–2028 (5th Sem)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4663440" y="4389120"/>
            <a:ext cx="512064" cy="512064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23" name="Image 4" descr="/home/claude/ppt/icons/bullseye-vio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008" y="4455688"/>
            <a:ext cx="378927" cy="37892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94960" y="43708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DOMAIN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5394960" y="460857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— CodSoft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4663440" y="5257800"/>
            <a:ext cx="512064" cy="512064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27" name="Image 5" descr="/home/claude/ppt/icons/calendar-viol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0008" y="5324368"/>
            <a:ext cx="378927" cy="37892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394960" y="5239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5394960" y="547725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| 10 July – 10 August 2026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AI Virtual Internship  •  Akshat Shivhare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CodSoft: Code. Create. Succeed.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is a tech education and software development platform that helps aspiring developers turn theoretical knowledge into practical expertise. Through virtual internships, project-based curriculums, and AI-driven career tools, it provides a complete ecosystem for hands-on skill building.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61188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41A4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926080"/>
            <a:ext cx="685800" cy="685800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7" name="Image 0" descr="/home/claude/ppt/icons/shield-vio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834" y="3015234"/>
            <a:ext cx="507492" cy="5074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Certified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519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 certified organization delivering structured, quality-assured internship programs.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80560" y="2606040"/>
            <a:ext cx="361188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41A47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2926080"/>
            <a:ext cx="685800" cy="685800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12" name="Image 1" descr="/home/claude/ppt/icons/building-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754" y="3015234"/>
            <a:ext cx="507492" cy="50749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00600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Registered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42519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recognized Micro, Small &amp; Medium Enterprise running skill-based virtual internship tracks.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412480" y="2606040"/>
            <a:ext cx="361188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41A47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32520" y="2926080"/>
            <a:ext cx="685800" cy="685800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17" name="Image 2" descr="/home/claude/ppt/icons/robot-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1674" y="3015234"/>
            <a:ext cx="507492" cy="50749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732520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Career Tools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732520" y="42519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builder, ATS score checker, AI interview coach, and portfolio builder for career growth.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AI Virtual Internship  •  Akshat Shivhare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Theory to Working AI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2A1E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6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learn AI concepts — pattern matching, adversarial search, recommender logic — only in theory, with little practice building complete, working applications end to end. This internship closed that gap by requiring three independently designed and delivered AI projects.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addressed this gap across three problem categories: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A1E5C"/>
          </a:solidFill>
          <a:ln/>
        </p:spPr>
      </p:sp>
      <p:sp>
        <p:nvSpPr>
          <p:cNvPr id="8" name="Shape 6"/>
          <p:cNvSpPr/>
          <p:nvPr/>
        </p:nvSpPr>
        <p:spPr>
          <a:xfrm>
            <a:off x="1897380" y="4160520"/>
            <a:ext cx="731520" cy="731520"/>
          </a:xfrm>
          <a:prstGeom prst="ellipse">
            <a:avLst/>
          </a:prstGeom>
          <a:solidFill>
            <a:srgbClr val="5B3FF0"/>
          </a:solidFill>
          <a:ln/>
        </p:spPr>
      </p:sp>
      <p:pic>
        <p:nvPicPr>
          <p:cNvPr id="9" name="Image 0" descr="/home/claude/ppt/icons/comment-dot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2478" y="4255618"/>
            <a:ext cx="541325" cy="54132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486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dialogue logic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995928" y="4617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4389120" y="388620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A1E5C"/>
          </a:solidFill>
          <a:ln/>
        </p:spPr>
      </p:sp>
      <p:sp>
        <p:nvSpPr>
          <p:cNvPr id="14" name="Shape 11"/>
          <p:cNvSpPr/>
          <p:nvPr/>
        </p:nvSpPr>
        <p:spPr>
          <a:xfrm>
            <a:off x="5737860" y="4160520"/>
            <a:ext cx="731520" cy="731520"/>
          </a:xfrm>
          <a:prstGeom prst="ellipse">
            <a:avLst/>
          </a:prstGeom>
          <a:solidFill>
            <a:srgbClr val="5B3FF0"/>
          </a:solidFill>
          <a:ln/>
        </p:spPr>
      </p:sp>
      <p:pic>
        <p:nvPicPr>
          <p:cNvPr id="15" name="Image 1" descr="/home/claude/ppt/icons/chess-boar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958" y="4255618"/>
            <a:ext cx="541325" cy="54132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Game Play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5486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decision-making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836408" y="4617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8229600" y="388620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A1E5C"/>
          </a:solidFill>
          <a:ln/>
        </p:spPr>
      </p:sp>
      <p:sp>
        <p:nvSpPr>
          <p:cNvPr id="20" name="Shape 16"/>
          <p:cNvSpPr/>
          <p:nvPr/>
        </p:nvSpPr>
        <p:spPr>
          <a:xfrm>
            <a:off x="9578340" y="4160520"/>
            <a:ext cx="731520" cy="731520"/>
          </a:xfrm>
          <a:prstGeom prst="ellipse">
            <a:avLst/>
          </a:prstGeom>
          <a:solidFill>
            <a:srgbClr val="5B3FF0"/>
          </a:solidFill>
          <a:ln/>
        </p:spPr>
      </p:sp>
      <p:pic>
        <p:nvPicPr>
          <p:cNvPr id="21" name="Image 2" descr="/home/claude/ppt/icons/search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438" y="4255618"/>
            <a:ext cx="541325" cy="54132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1248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8412480" y="5486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Similarity-based filtering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AI Virtual Internship  •  Akshat Shivhare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Internship Set Out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41A4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6" name="Image 0" descr="/home/claude/ppt/icons/comments-vio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373" y="1929933"/>
            <a:ext cx="419527" cy="4195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5146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NLP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862072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pattern-matching logic for a conversational chatbot.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41A47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856232"/>
            <a:ext cx="566928" cy="566928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11" name="Image 1" descr="/home/claude/ppt/icons/chess-boar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133" y="1929933"/>
            <a:ext cx="419527" cy="41952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9432" y="25146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Theory &amp; Search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99432" y="2862072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Minimax algorithm to build an unbeatable Tic-Tac-Toe agent.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41A47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1856232"/>
            <a:ext cx="566928" cy="566928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16" name="Image 2" descr="/home/claude/ppt/icons/filter-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893" y="1929933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94192" y="25146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Techniques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94192" y="2862072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content-based / collaborative filtering to suggest movies.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41A47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096512"/>
            <a:ext cx="566928" cy="566928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21" name="Image 3" descr="/home/claude/ppt/icons/code-vio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373" y="4170213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47548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102352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AI concepts into clean, working Python code.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41A47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096512"/>
            <a:ext cx="566928" cy="566928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26" name="Image 4" descr="/home/claude/ppt/icons/code-branch-vio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133" y="4170213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99432" y="47548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99432" y="5102352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and document each project in its own GitHub repository.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41A47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94192" y="4096512"/>
            <a:ext cx="566928" cy="566928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31" name="Image 5" descr="/home/claude/ppt/icons/flag-checkered-viol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893" y="4170213"/>
            <a:ext cx="419527" cy="41952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94192" y="47548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394192" y="5102352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deliver a minimum of three internship tasks.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AI Virtual Internship  •  Akshat Shivhare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Toolkit Behind the Internship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E5FB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ppt/icons/code-vio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830" y="1957730"/>
            <a:ext cx="473659" cy="4736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6459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E5FB"/>
          </a:solidFill>
          <a:ln/>
        </p:spPr>
      </p:sp>
      <p:sp>
        <p:nvSpPr>
          <p:cNvPr id="10" name="Shape 7"/>
          <p:cNvSpPr/>
          <p:nvPr/>
        </p:nvSpPr>
        <p:spPr>
          <a:xfrm>
            <a:off x="4366260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ppt/icons/brain-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470" y="195773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intent detection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6459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E5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0900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ppt/icons/chess-board-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110" y="195773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Algorithm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game search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52560" y="16459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E5FB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35540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ppt/icons/sitemap-vio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750" y="195773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8972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Trees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189720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State-space evaluation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5661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E5FB"/>
          </a:solidFill>
          <a:ln/>
        </p:spPr>
      </p:sp>
      <p:sp>
        <p:nvSpPr>
          <p:cNvPr id="25" name="Shape 19"/>
          <p:cNvSpPr/>
          <p:nvPr/>
        </p:nvSpPr>
        <p:spPr>
          <a:xfrm>
            <a:off x="1531620" y="3794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ppt/icons/filter-vio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4830" y="3877970"/>
            <a:ext cx="473659" cy="47365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85800" y="4526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685800" y="4892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Similarity-driven suggestions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83280" y="35661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E5FB"/>
          </a:solidFill>
          <a:ln/>
        </p:spPr>
      </p:sp>
      <p:sp>
        <p:nvSpPr>
          <p:cNvPr id="30" name="Shape 23"/>
          <p:cNvSpPr/>
          <p:nvPr/>
        </p:nvSpPr>
        <p:spPr>
          <a:xfrm>
            <a:off x="4366260" y="3794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/home/claude/ppt/icons/users-viol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9470" y="3877970"/>
            <a:ext cx="473659" cy="47365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20440" y="4526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3520440" y="4892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Preference-based ranking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217920" y="35661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E5FB"/>
          </a:solidFill>
          <a:ln/>
        </p:spPr>
      </p:sp>
      <p:sp>
        <p:nvSpPr>
          <p:cNvPr id="35" name="Shape 27"/>
          <p:cNvSpPr/>
          <p:nvPr/>
        </p:nvSpPr>
        <p:spPr>
          <a:xfrm>
            <a:off x="7200900" y="3794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/home/claude/ppt/icons/code-branch-viol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4110" y="3877970"/>
            <a:ext cx="473659" cy="473659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355080" y="4526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6355080" y="4892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hosting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9052560" y="35661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E5FB"/>
          </a:solidFill>
          <a:ln/>
        </p:spPr>
      </p:sp>
      <p:sp>
        <p:nvSpPr>
          <p:cNvPr id="40" name="Shape 31"/>
          <p:cNvSpPr/>
          <p:nvPr/>
        </p:nvSpPr>
        <p:spPr>
          <a:xfrm>
            <a:off x="10035540" y="3794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7" descr="/home/claude/ppt/icons/laptop-code-viol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8750" y="3877970"/>
            <a:ext cx="473659" cy="473659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189720" y="4526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Python IDE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9189720" y="4892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000" dirty="0"/>
          </a:p>
        </p:txBody>
      </p:sp>
      <p:sp>
        <p:nvSpPr>
          <p:cNvPr id="44" name="Text 34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AI Virtual Internship  •  Akshat Shivhare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User Input to AI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2A1E5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46504"/>
            <a:ext cx="548640" cy="548640"/>
          </a:xfrm>
          <a:prstGeom prst="ellipse">
            <a:avLst/>
          </a:prstGeom>
          <a:solidFill>
            <a:srgbClr val="5B3FF0"/>
          </a:solidFill>
          <a:ln/>
        </p:spPr>
      </p:sp>
      <p:pic>
        <p:nvPicPr>
          <p:cNvPr id="6" name="Image 0" descr="/home/claude/ppt/icons/laptop-cod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1817827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0020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434840" y="1600200"/>
            <a:ext cx="6949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query, board move, or preference is captured via the console interface.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2A1E5C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706624"/>
            <a:ext cx="548640" cy="548640"/>
          </a:xfrm>
          <a:prstGeom prst="ellipse">
            <a:avLst/>
          </a:prstGeom>
          <a:solidFill>
            <a:srgbClr val="5B3FF0"/>
          </a:solidFill>
          <a:ln/>
        </p:spPr>
      </p:sp>
      <p:pic>
        <p:nvPicPr>
          <p:cNvPr id="11" name="Image 1" descr="/home/claude/ppt/icons/brai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" y="2777947"/>
            <a:ext cx="405994" cy="4059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56032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434840" y="2560320"/>
            <a:ext cx="6949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logic runs — rule matching, Minimax search, or similarity filtering.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5204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2A1E5C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666744"/>
            <a:ext cx="548640" cy="548640"/>
          </a:xfrm>
          <a:prstGeom prst="ellipse">
            <a:avLst/>
          </a:prstGeom>
          <a:solidFill>
            <a:srgbClr val="5B3FF0"/>
          </a:solidFill>
          <a:ln/>
        </p:spPr>
      </p:sp>
      <p:pic>
        <p:nvPicPr>
          <p:cNvPr id="16" name="Image 2" descr="/home/claude/ppt/icons/chess-boar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3738067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2044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434840" y="3520440"/>
            <a:ext cx="6949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determines the best response, move, or ranked recommendation list.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48056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2A1E5C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626864"/>
            <a:ext cx="548640" cy="548640"/>
          </a:xfrm>
          <a:prstGeom prst="ellipse">
            <a:avLst/>
          </a:prstGeom>
          <a:solidFill>
            <a:srgbClr val="5B3FF0"/>
          </a:solidFill>
          <a:ln/>
        </p:spPr>
      </p:sp>
      <p:pic>
        <p:nvPicPr>
          <p:cNvPr id="21" name="Image 3" descr="/home/claude/ppt/icons/comment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" y="4698187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48056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4434840" y="4480560"/>
            <a:ext cx="6949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reply, the AI's next move, or a movie list is returned to the user.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4406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2A1E5C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586984"/>
            <a:ext cx="548640" cy="548640"/>
          </a:xfrm>
          <a:prstGeom prst="ellipse">
            <a:avLst/>
          </a:prstGeom>
          <a:solidFill>
            <a:srgbClr val="5B3FF0"/>
          </a:solidFill>
          <a:ln/>
        </p:spPr>
      </p:sp>
      <p:pic>
        <p:nvPicPr>
          <p:cNvPr id="26" name="Image 4" descr="/home/claude/ppt/icons/code-branch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" y="5658307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54480" y="544068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Layer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434840" y="5440680"/>
            <a:ext cx="6949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and docs for each task are maintained in a dedicated GitHub repo.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AI Virtual Internship  •  Akshat Shivhare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Tasks, Three AI Techniques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from five available options, each task was independently designed, coded, and documented before being pushed to a dedicated public GitHub repository.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41A4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3100" y="2377440"/>
            <a:ext cx="822960" cy="822960"/>
          </a:xfrm>
          <a:prstGeom prst="ellipse">
            <a:avLst/>
          </a:prstGeom>
          <a:solidFill>
            <a:srgbClr val="5B3FF0"/>
          </a:solidFill>
          <a:ln/>
        </p:spPr>
      </p:sp>
      <p:pic>
        <p:nvPicPr>
          <p:cNvPr id="7" name="Image 0" descr="/home/claude/ppt/icons/comment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0085" y="2484425"/>
            <a:ext cx="608990" cy="6089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337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3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118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Chatbot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2519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user inputs using predefined rules and pattern-matching (if-else logic) to identify intents and generate replies — a first look at NLP and conversation flow.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210312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41A47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75020" y="2377440"/>
            <a:ext cx="822960" cy="822960"/>
          </a:xfrm>
          <a:prstGeom prst="ellipse">
            <a:avLst/>
          </a:prstGeom>
          <a:solidFill>
            <a:srgbClr val="5B3FF0"/>
          </a:solidFill>
          <a:ln/>
        </p:spPr>
      </p:sp>
      <p:pic>
        <p:nvPicPr>
          <p:cNvPr id="13" name="Image 1" descr="/home/claude/ppt/icons/chess-boar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005" y="2484425"/>
            <a:ext cx="608990" cy="6089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54880" y="3337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3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754880" y="36118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Tic-Tac-Toe AI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800600" y="42519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unbeatable AI agent built with the Minimax algorithm, exhaustively evaluating game states to play optimally against a human opponent.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412480" y="210312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41A47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806940" y="2377440"/>
            <a:ext cx="822960" cy="822960"/>
          </a:xfrm>
          <a:prstGeom prst="ellipse">
            <a:avLst/>
          </a:prstGeom>
          <a:solidFill>
            <a:srgbClr val="5B3FF0"/>
          </a:solidFill>
          <a:ln/>
        </p:spPr>
      </p:sp>
      <p:pic>
        <p:nvPicPr>
          <p:cNvPr id="19" name="Image 2" descr="/home/claude/ppt/icons/film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3925" y="2484425"/>
            <a:ext cx="608990" cy="60899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686800" y="3337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3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686800" y="36118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732520" y="42519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movies based on user preferences using content-based and collaborative filtering to identify similarity between titles and users.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AI Virtual Internship  •  Akshat Shivhare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Capabilities Gained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241A47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10512"/>
            <a:ext cx="457200" cy="457200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6" name="Image 0" descr="/home/claude/ppt/icons/check-circle-vio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869948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916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design and implement rule-based / pattern-matching logic for a conversational chatbot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487168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241A47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606040"/>
            <a:ext cx="457200" cy="457200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10" name="Image 1" descr="/home/claude/ppt/icons/check-circle-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266547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48716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understanding of adversarial search, game theory, and the Minimax algorithm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282696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241A47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9808" y="3401568"/>
            <a:ext cx="457200" cy="457200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14" name="Image 2" descr="/home/claude/ppt/icons/check-circle-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461004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282696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exposure to building a recommendation system using filtering techniques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4078224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241A47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4197096"/>
            <a:ext cx="457200" cy="457200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18" name="Image 3" descr="/home/claude/ppt/icons/check-circle-vio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4256532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17320" y="407822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proficiency in Python and translating AI concepts into working applications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4873752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241A47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9808" y="4992624"/>
            <a:ext cx="457200" cy="457200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22" name="Image 4" descr="/home/claude/ppt/icons/check-circle-vio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5052060"/>
            <a:ext cx="338328" cy="33832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17320" y="4873752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maintaining version-controlled, publicly documented repositories on GitHub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241A47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49808" y="5788152"/>
            <a:ext cx="457200" cy="457200"/>
          </a:xfrm>
          <a:prstGeom prst="ellipse">
            <a:avLst/>
          </a:prstGeom>
          <a:solidFill>
            <a:srgbClr val="EAE5FB"/>
          </a:solidFill>
          <a:ln/>
        </p:spPr>
      </p:sp>
      <p:pic>
        <p:nvPicPr>
          <p:cNvPr id="26" name="Image 5" descr="/home/claude/ppt/icons/check-circle-viol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" y="5847588"/>
            <a:ext cx="338328" cy="33832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17320" y="56692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completion of the minimum three required tasks for internship certification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AI Virtual Internship  •  Akshat Shivhare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5B3FF0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Successfully Completed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2A1E5C"/>
          </a:solidFill>
          <a:ln/>
        </p:spPr>
      </p:sp>
      <p:pic>
        <p:nvPicPr>
          <p:cNvPr id="6" name="Image 0" descr="/home/claude/ppt/icons/awar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20" y="22142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DOMAIN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3682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044952"/>
            <a:ext cx="502920" cy="502920"/>
          </a:xfrm>
          <a:prstGeom prst="ellipse">
            <a:avLst/>
          </a:prstGeom>
          <a:solidFill>
            <a:srgbClr val="2A1E5C"/>
          </a:solidFill>
          <a:ln/>
        </p:spPr>
      </p:sp>
      <p:pic>
        <p:nvPicPr>
          <p:cNvPr id="10" name="Image 1" descr="/home/claude/ppt/icons/certificat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20" y="3110332"/>
            <a:ext cx="372161" cy="37216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32644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8d89b55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3941064"/>
            <a:ext cx="502920" cy="502920"/>
          </a:xfrm>
          <a:prstGeom prst="ellipse">
            <a:avLst/>
          </a:prstGeom>
          <a:solidFill>
            <a:srgbClr val="2A1E5C"/>
          </a:solidFill>
          <a:ln/>
        </p:spPr>
      </p:sp>
      <p:pic>
        <p:nvPicPr>
          <p:cNvPr id="14" name="Image 2" descr="/home/claude/ppt/icons/flag-checkere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4006444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123444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 (minimum required: 3)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48640" y="4837176"/>
            <a:ext cx="502920" cy="502920"/>
          </a:xfrm>
          <a:prstGeom prst="ellipse">
            <a:avLst/>
          </a:prstGeom>
          <a:solidFill>
            <a:srgbClr val="2A1E5C"/>
          </a:solidFill>
          <a:ln/>
        </p:spPr>
      </p:sp>
      <p:pic>
        <p:nvPicPr>
          <p:cNvPr id="18" name="Image 3" descr="/home/claude/ppt/icons/calendar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4902556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4809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1234440" y="5056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| 10 Jul – 10 Aug 2026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537960" y="123444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4" descr="/home/claude/report/cert-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1417320"/>
            <a:ext cx="4754880" cy="334670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AI Virtual Internship  •  Akshat Shivhare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Repositories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completed task is documented and version-controlled in its own public GitHub repository, as required by the CodSoft submission guidelines.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1B1035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2514600"/>
            <a:ext cx="822960" cy="822960"/>
          </a:xfrm>
          <a:prstGeom prst="ellipse">
            <a:avLst/>
          </a:prstGeom>
          <a:solidFill>
            <a:srgbClr val="5B3FF0"/>
          </a:solidFill>
          <a:ln/>
        </p:spPr>
      </p:sp>
      <p:pic>
        <p:nvPicPr>
          <p:cNvPr id="7" name="Image 0" descr="/home/claude/ppt/icons/comment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0085" y="2621585"/>
            <a:ext cx="608990" cy="6089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5204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Chatbot</a:t>
            </a:r>
            <a:endParaRPr lang="en-US" sz="1550" dirty="0"/>
          </a:p>
        </p:txBody>
      </p:sp>
      <p:pic>
        <p:nvPicPr>
          <p:cNvPr id="9" name="Image 1" descr="/home/claude/ppt/icons/github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2519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42519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github.com/anshkr12/Rule-Based-Chatbot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480560" y="219456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1B1035"/>
          </a:solidFill>
          <a:ln/>
        </p:spPr>
      </p:sp>
      <p:sp>
        <p:nvSpPr>
          <p:cNvPr id="12" name="Shape 8"/>
          <p:cNvSpPr/>
          <p:nvPr/>
        </p:nvSpPr>
        <p:spPr>
          <a:xfrm>
            <a:off x="5875020" y="2514600"/>
            <a:ext cx="822960" cy="822960"/>
          </a:xfrm>
          <a:prstGeom prst="ellipse">
            <a:avLst/>
          </a:prstGeom>
          <a:solidFill>
            <a:srgbClr val="5B3FF0"/>
          </a:solidFill>
          <a:ln/>
        </p:spPr>
      </p:sp>
      <p:pic>
        <p:nvPicPr>
          <p:cNvPr id="13" name="Image 2" descr="/home/claude/ppt/icons/chess-boar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005" y="2621585"/>
            <a:ext cx="608990" cy="6089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09160" y="35204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Tic-Tac-Toe AI</a:t>
            </a:r>
            <a:endParaRPr lang="en-US" sz="1550" dirty="0"/>
          </a:p>
        </p:txBody>
      </p:sp>
      <p:pic>
        <p:nvPicPr>
          <p:cNvPr id="15" name="Image 3" descr="/home/claude/ppt/icons/github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25196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12080" y="42519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github.com/anshkr12/Tic-Tac-Toe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8412480" y="219456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1B1035"/>
          </a:solidFill>
          <a:ln/>
        </p:spPr>
      </p:sp>
      <p:sp>
        <p:nvSpPr>
          <p:cNvPr id="18" name="Shape 12"/>
          <p:cNvSpPr/>
          <p:nvPr/>
        </p:nvSpPr>
        <p:spPr>
          <a:xfrm>
            <a:off x="9806940" y="2514600"/>
            <a:ext cx="822960" cy="822960"/>
          </a:xfrm>
          <a:prstGeom prst="ellipse">
            <a:avLst/>
          </a:prstGeom>
          <a:solidFill>
            <a:srgbClr val="5B3FF0"/>
          </a:solidFill>
          <a:ln/>
        </p:spPr>
      </p:sp>
      <p:pic>
        <p:nvPicPr>
          <p:cNvPr id="19" name="Image 4" descr="/home/claude/ppt/icons/film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3925" y="2621585"/>
            <a:ext cx="608990" cy="60899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41080" y="35204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1550" dirty="0"/>
          </a:p>
        </p:txBody>
      </p:sp>
      <p:pic>
        <p:nvPicPr>
          <p:cNvPr id="21" name="Image 5" descr="/home/claude/ppt/icons/github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4251960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144000" y="42519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github.com/anshkr12/Movie-Recommendation-System</a:t>
            </a:r>
            <a:endParaRPr lang="en-US" sz="1050" dirty="0"/>
          </a:p>
        </p:txBody>
      </p:sp>
      <p:sp>
        <p:nvSpPr>
          <p:cNvPr id="23" name="Text 15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AI Virtual Internship  •  Akshat Shivhare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5B3FF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00E5C7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41848" y="1188720"/>
            <a:ext cx="914400" cy="914400"/>
          </a:xfrm>
          <a:prstGeom prst="ellipse">
            <a:avLst/>
          </a:prstGeom>
          <a:solidFill>
            <a:srgbClr val="5B3FF0"/>
          </a:solidFill>
          <a:ln/>
        </p:spPr>
      </p:sp>
      <p:pic>
        <p:nvPicPr>
          <p:cNvPr id="5" name="Image 0" descr="/home/claude/ppt/icons/graduation-cap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9864" y="131673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33172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0" y="324612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7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Artificial Intelligence Virtual Internship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41848" y="3886200"/>
            <a:ext cx="914400" cy="0"/>
          </a:xfrm>
          <a:prstGeom prst="line">
            <a:avLst/>
          </a:prstGeom>
          <a:noFill/>
          <a:ln w="25400">
            <a:solidFill>
              <a:srgbClr val="00E5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Akshat Shivhare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0" y="44805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2410030905  |  IILM University, Greater Noida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2026-08-30T17:01:18Z</dcterms:created>
  <dcterms:modified xsi:type="dcterms:W3CDTF">2026-08-30T17:01:18Z</dcterms:modified>
</cp:coreProperties>
</file>